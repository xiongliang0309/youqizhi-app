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时代，为孩子手撸一个专属 AI 学习机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一个周末业余项目的前端全栈之旅</a:t>
            </a:r>
          </a:p>
          <a:p>
            <a:r>
              <a:t>分享人：前端老兵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项目背景 (Background)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灵感来源：周末带小朋友去逛街，偶然体验了商场里的科大讯飞 AI 学习机。</a:t>
            </a:r>
          </a:p>
          <a:p>
            <a:r>
              <a:t>小朋友的反馈：试用后非常感兴趣，爱不释手，互动效果很好。</a:t>
            </a:r>
          </a:p>
          <a:p>
            <a:r>
              <a:t>极客老爸的脑洞：既然现在大模型这么强大，我是不是能用 AI 自己手撸一个简易版的学习机给孩子？</a:t>
            </a:r>
          </a:p>
          <a:p>
            <a:r>
              <a:t>说干就干：从零开始的“野生 AI 学习机”项目正式启动！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拥抱新范式：Vibe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什么是 Vibe Coding？：用自然语言描述需求，通过“感觉/氛围”引导 AI 生成代码，而非逐行手写。</a:t>
            </a:r>
          </a:p>
          <a:p>
            <a:r>
              <a:t>开发体验的颠覆：从传统的“思考怎么写代码”转变为“思考产品逻辑、交互和架构”。</a:t>
            </a:r>
          </a:p>
          <a:p>
            <a:r>
              <a:t>在这个项目中的实践：</a:t>
            </a:r>
          </a:p>
          <a:p>
            <a:pPr lvl="1"/>
            <a:r>
              <a:t>遇到报错直接抛给 AI 解决。</a:t>
            </a:r>
          </a:p>
          <a:p>
            <a:pPr lvl="1"/>
            <a:r>
              <a:t>需求迭代和 UI 调整只需一句话。</a:t>
            </a:r>
          </a:p>
          <a:p>
            <a:pPr lvl="1"/>
            <a:r>
              <a:t>极大地缩短了从想法到 MVP 的时间。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核心生产力工具：Trae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认识 Trae：专为 AI 时代打造的智能 IDE。</a:t>
            </a:r>
          </a:p>
          <a:p>
            <a:r>
              <a:t>为什么选择 Trae？深度契合 Vibe Coding 体验：</a:t>
            </a:r>
          </a:p>
          <a:p>
            <a:pPr lvl="1"/>
            <a:r>
              <a:t>极致的代码上下文理解：随时随地把文件、代码块等元素添加到对话中。</a:t>
            </a:r>
          </a:p>
          <a:p>
            <a:pPr lvl="1"/>
            <a:r>
              <a:t>Solo 模式 (Builder)：高度自动化的智能体，帮你自动规划、编写和修改代码，沉浸感极强。</a:t>
            </a:r>
          </a:p>
          <a:p>
            <a:pPr lvl="1"/>
            <a:r>
              <a:t>提示词优化：不懂怎么写高级 Prompt？内置工具帮你一键润色。</a:t>
            </a:r>
          </a:p>
          <a:p>
            <a:pPr lvl="1"/>
            <a:r>
              <a:t>内置浏览器：左边写代码，右边直接预览交互，甚至能让 AI 帮你去操作浏览器调试。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项目实现与 Trae 技能实战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初期项目规划：利用 using-superpowers 技能。从想法到落地，让 AI 辅助理清思路，生成清晰的架构设计和开发规划。</a:t>
            </a:r>
          </a:p>
          <a:p>
            <a:r>
              <a:t>UI/UX 智能美化：利用 ui-ux-pro-max 技能。一句话指令，将粗糙的原型直接升级为适合儿童的极简且充满童趣的专业级 UI。</a:t>
            </a:r>
          </a:p>
          <a:p>
            <a:r>
              <a:t>系统架构与功能：</a:t>
            </a:r>
          </a:p>
          <a:p>
            <a:pPr lvl="1"/>
            <a:r>
              <a:t>前端交互层 -&gt; API 路由层 -&gt; AI 大模型 -&gt; 数据持久层。</a:t>
            </a:r>
          </a:p>
          <a:p>
            <a:pPr lvl="1"/>
            <a:r>
              <a:t>核心实现：语音/文字的自然语言交互（对接主流大模型）。</a:t>
            </a:r>
          </a:p>
          <a:p>
            <a:r>
              <a:t>遇到的坑与解决方案：简单分享开发过程中遇到的一两个技术难点及如何用 AI 解决。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后端基建：Supabase 智能集成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前端视角的痛点：对于前端开发者来说，数据库设计和后端 API 编写往往是“拦路虎”。</a:t>
            </a:r>
          </a:p>
          <a:p>
            <a:r>
              <a:t>AI 辅助知识储备：先让 AI 收集整理 Supabase 的优质资源和最佳实践（如 Schema 设计、RLS 策略），并保存到本地作为参考上下文。</a:t>
            </a:r>
          </a:p>
          <a:p>
            <a:r>
              <a:t>技能一键集成：利用 Trae 的 supabase-migration-generator 技能，结合本地收集的优质资料，让 AI 直接生成符合规范的 SQL 和后端配置。</a:t>
            </a:r>
          </a:p>
          <a:p>
            <a:r>
              <a:t>实现效果：完美解决了数据持久化、Row Level Security (RLS) 隔离等问题，前端开发者也能轻松搞定复杂的后端基建。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部署上线：Vercel 一键部署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Vercel 的优势：前端和全栈应用的托管神器。</a:t>
            </a:r>
          </a:p>
          <a:p>
            <a:r>
              <a:t>丝滑的部署体验：</a:t>
            </a:r>
          </a:p>
          <a:p>
            <a:pPr lvl="1"/>
            <a:r>
              <a:t>GitHub 提交代码，自动触发 CI/CD 构建。</a:t>
            </a:r>
          </a:p>
          <a:p>
            <a:pPr lvl="1"/>
            <a:r>
              <a:t>零配置一键上线，自动生成免费的访问域名。</a:t>
            </a:r>
          </a:p>
          <a:p>
            <a:r>
              <a:t>面临的挑战：</a:t>
            </a:r>
          </a:p>
          <a:p>
            <a:pPr lvl="1"/>
            <a:r>
              <a:t>Vercel 默认分配的免费域名（.vercel.app 等）在国内网络环境下访问体验不佳，经常受到网络波动影响甚至无法访问。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网络连通：Cloudflare 代理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痛点：国内直接访问海外优质 AI API（如 Claude 等）存在网络连通性问题。</a:t>
            </a:r>
          </a:p>
          <a:p>
            <a:r>
              <a:t>解决方案：利用 Cloudflare Workers 搭建 API 代理转发（ClaudeFlare），同时也一并解决了前端应用域名访问困难的问题。</a:t>
            </a:r>
          </a:p>
          <a:p>
            <a:r>
              <a:t>优势：</a:t>
            </a:r>
          </a:p>
          <a:p>
            <a:pPr lvl="1"/>
            <a:r>
              <a:t>解决网络限制，实现低延迟、高稳定的接口调用。</a:t>
            </a:r>
          </a:p>
          <a:p>
            <a:pPr lvl="1"/>
            <a:r>
              <a:t>在代理层隐藏真实的 API Key，防止前端直连泄露，保障调用安全。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项目成果：小朋友用上了爸爸亲手做的 AI 学习机，成就感拉满。</a:t>
            </a:r>
          </a:p>
          <a:p>
            <a:r>
              <a:t>核心感悟：AI 加快了我们想法的落地。</a:t>
            </a:r>
          </a:p>
          <a:p>
            <a:pPr lvl="1"/>
            <a:r>
              <a:t>在 AI 时代，“想法比代码更重要”，强大的执行力被 AI 工具极大地放大了。</a:t>
            </a:r>
          </a:p>
          <a:p>
            <a:r>
              <a:t>给开发者的建议：不管是从生活中还是工作中选一个 AI 相关的课题去实践，对我们去深入了解 AI、驾驭 AI 都是一个非常不错的选择。</a:t>
            </a:r>
          </a:p>
          <a:p>
            <a:r>
              <a:t>未来计划：加入更多学科知识库、多模态互动（图片/语音识别）等。</a:t>
            </a:r>
          </a:p>
          <a:p>
            <a:r>
              <a:t>Q&amp;A 环节：欢迎大家提问和交流！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